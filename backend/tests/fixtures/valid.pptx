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de prueba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 prueba del 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